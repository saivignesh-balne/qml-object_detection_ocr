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Classifier Accuracy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Classical SVM (RBF)</c:v>
                </c:pt>
                <c:pt idx="1">
                  <c:v>Logistic Regression</c:v>
                </c:pt>
                <c:pt idx="2">
                  <c:v>MLP Classifier</c:v>
                </c:pt>
                <c:pt idx="3">
                  <c:v>QSVM ZZ Kernel Linear (a</c:v>
                </c:pt>
                <c:pt idx="4">
                  <c:v>Random Forest</c:v>
                </c:pt>
                <c:pt idx="5">
                  <c:v>QSVM Pauli Kernel (angle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99.5</c:v>
                </c:pt>
                <c:pt idx="1">
                  <c:v>99.5</c:v>
                </c:pt>
                <c:pt idx="2">
                  <c:v>99.5</c:v>
                </c:pt>
                <c:pt idx="3">
                  <c:v>99.5</c:v>
                </c:pt>
                <c:pt idx="4">
                  <c:v>99.0</c:v>
                </c:pt>
                <c:pt idx="5">
                  <c:v>90.0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9B76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17322D"/>
                </a:solidFill>
                <a:latin typeface="Arial"/>
              </a:rPr>
              <a:t>Research on Hybrid Quantum Machine Learning
for Object Classification and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D7F61"/>
                </a:solidFill>
                <a:latin typeface="Arial"/>
              </a:defRPr>
            </a:pPr>
            <a:r>
              <a:t>Internship Evaluation Presentation</a:t>
            </a:r>
          </a:p>
          <a:p>
            <a:pPr>
              <a:defRPr sz="1400">
                <a:solidFill>
                  <a:srgbClr val="5C726B"/>
                </a:solidFill>
                <a:latin typeface="Arial"/>
              </a:defRPr>
            </a:pPr>
            <a:r>
              <a:t>Prepared for Mentor and Panel Evaluation | 05 April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27432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Primary Objective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QML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36576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Comparison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Classical vs QML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5720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D7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Best Current Stack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Classical SVM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TITLE + AGENDA +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Agenda and internship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The presentation is centered on Quantum Machine Learning research in a practical vision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QML research objective and project overview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Methods, technologies, and benchmark design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Internship goals and how they were achieved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Results of the classical versus quantum comparison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Recommendation and 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Core internship objective: research how useful QML is in this application context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Practical task: detect, classify, and extract text from packaging objects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Research task: compare classical and hybrid quantum models fairly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Outcome target: identify the best production path and the best innovation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The computer-vision task was used as a practical testbed for QML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Packaging images are noisy because of glare, clutter, and small printed text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The system must detect the object, classify it correctly, and extract readable text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In the internship context, this becomes a realistic environment to test QML against classical baselines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Full pipeline with detection, ROI classification, OCR, and benchmark-driven recommendation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Supports controlled comparison of classical and quantum-aware classifiers on the same data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Turns a packaging-recognition system into a measurable QML research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Research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The vision pipeline is the experimental platform and QML is evaluated at the classifier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Input Image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3200400"/>
            <a:ext cx="228600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Preprocessing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20440" y="3200400"/>
            <a:ext cx="228599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Detection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3200400"/>
            <a:ext cx="228600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5780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ROI Extraction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3200400"/>
            <a:ext cx="228600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6656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Classification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0" y="3200400"/>
            <a:ext cx="228600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OCR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55480" y="3200400"/>
            <a:ext cx="228600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8408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D7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Final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10424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400">
                <a:solidFill>
                  <a:srgbClr val="17322D"/>
                </a:solidFill>
                <a:latin typeface="Arial"/>
              </a:defRPr>
            </a:pPr>
            <a:r>
              <a:t>OpenCV handles denoising, contrast enhancement, and OCR-friendly preprocessing.</a:t>
            </a:r>
          </a:p>
          <a:p>
            <a:pPr>
              <a:spcAft>
                <a:spcPts val="600"/>
              </a:spcAft>
              <a:defRPr sz="1400">
                <a:solidFill>
                  <a:srgbClr val="17322D"/>
                </a:solidFill>
                <a:latin typeface="Arial"/>
              </a:defRPr>
            </a:pPr>
            <a:r>
              <a:t>YOLO detects the object, then ROI classification compares classical and QML models on the same ROI features.</a:t>
            </a:r>
          </a:p>
          <a:p>
            <a:pPr>
              <a:spcAft>
                <a:spcPts val="600"/>
              </a:spcAft>
              <a:defRPr sz="1400">
                <a:solidFill>
                  <a:srgbClr val="17322D"/>
                </a:solidFill>
                <a:latin typeface="Arial"/>
              </a:defRPr>
            </a:pPr>
            <a:r>
              <a:t>OCR uses Tesseract and TrOCR, and the final output helps evaluate both practical value and research outcomes.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Experimental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How the system supports QML experiments, benchmarking, and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UI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Research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Train detector from the UI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Train ROI classifier suite from the UI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Generate benchmark report automatically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Run inference and compare all saved model families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ROI upload mode for controlled classifier experiments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Full pipeline mode for practical end-to-end evaluation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Single-model, selected-model, or all-model comparison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Clean output image plus charts and tables for evaluation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Experimental setup and dataset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Separate datasets were used so the QML comparison remains controlled and meaningful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Detection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ROI Classifier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YOLO-style full-scene dataset with images/train, images/val, labels/train, labels/val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Bounding-box annotations are stored in YOLO text format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Used to create realistic scene-level inputs for the research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Class-organized cropped object images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Total ROI samples: 997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Balanced training used augmentation to reduce class imbalance before model comparison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6928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ROI Samples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997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566928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Test Samples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566928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D7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Balanced Train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1047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METHODS, SKILLS &amp; 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QML methods used in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The project objective was to study QML inside a realistic hybrid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Vision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QML 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Noise reduction, contrast enhancement, and binarization with OpenCV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YOLO object detection for localization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ROI extraction with controlled padding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OCR ensemble using Tesseract and TrOCR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Classical feature extraction from ROI images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Angle encoding and amplitude encoding for quantum preparation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Quantum-kernel SVM and variational quantum classifiers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Direct comparison against strong classical baselines under the same evaluation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METHODS, SKILLS &amp; 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Classical vs hybrid quantum vs pure quantum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This slide defines the comparison framework used in the internship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1051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How It Works 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Best Use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OpenCV + ROI features + classical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Fast, strong baselines, easier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Lower research novelty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Production baseline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Hybrid Quantum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 preprocessing + compressed features + quantum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Best way to study QML realistically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Higher complexity and slower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Main research track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Pure Quantum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Direct quantum image encoding and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High novelty and future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Not practical for this task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Future work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METHODS, SKILLS &amp; 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Skills and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Technologies used to build and evaluate the QML research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Skills Developed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Python, OpenCV, PyTorch, Ultralytics YOLO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Qiskit and Qiskit Machine Learning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Tesseract OCR and Microsoft TrOCR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Flask, React, JSON-based benchmarking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End-to-end AI pipeline integration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Dataset preparation and evaluation design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QML benchmarking and interpretation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Presentation-ready UI and technical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METHODS, SKILLS &amp; 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Internship execution and practical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How the QML research question was converted into a usable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89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Structured the detector dataset and the ROI classifier dataset separately.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Trained detector, classical baselines, and multiple quantum-oriented classifier variants.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Integrated benchmarking, visualization, and inference into a single UI workflow.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Documented the project in report, presentation brief, and evaluation-facing formats.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Learned how to translate QML results into an honest production-versus-research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GOALS &amp; OBJECTIVE OF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Achievement of internship objectives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Application, Knowledge, Exploration,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Application +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Exploration + Identification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Applied computer-vision, OCR, and ML concepts in a complete working pipeline.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Learned how quantum feature encoding and QML classifiers fit into a realistic hybrid system.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Connected QML concepts to measurable implementation outcomes instead of only theoretical study.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Explored multiple encodings, kernels, and model families.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Identified where QML is competitive and where classical methods remain stronger.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Used held-out benchmarks rather than assumptions to interpret the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GOALS &amp; OBJECTIVE OF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Achievement of internship objectives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Innovation, Engagement, Evaluation,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Innovation +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Evaluation + Demonstration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Built a hybrid classical-quantum benchmark platform instead of a single-model demo.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Worked across vision, OCR, QML, UI, benchmarking, and documentation.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Created a project that supports both engineering use and research presentation.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Compared all models on the same ROI dataset and benchmark logic.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Generated visual charts, tables, and saved artifacts for repeatable QML evaluation.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Prepared clean outputs and reporting material for mentors and panelists.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Measured 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The key result is the classical versus QML comparison, supported by strong detector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Precision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0.9005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Recall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0.9497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8288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D7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mAP@50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0.9559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mAP@50-95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0.6116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9260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Train Time (s)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 SVM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99.50%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54.49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99.50%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54.62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MLP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99.50%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54.97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QSVM ZZ Kernel Linear (amplitude)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quantum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99.50%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519.16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99.00%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61.87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Research conclusion and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What this internship shows about QML in this application context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737360"/>
          <a:ext cx="61264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828800"/>
            <a:ext cx="43891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500">
                <a:solidFill>
                  <a:srgbClr val="17322D"/>
                </a:solidFill>
                <a:latin typeface="Arial"/>
              </a:defRPr>
            </a:pPr>
            <a:r>
              <a:t>Recommended stack today: yolo + Classical SVM (RBF) + ensemble</a:t>
            </a:r>
          </a:p>
          <a:p>
            <a:pPr>
              <a:spcAft>
                <a:spcPts val="600"/>
              </a:spcAft>
              <a:defRPr sz="1500">
                <a:solidFill>
                  <a:srgbClr val="17322D"/>
                </a:solidFill>
                <a:latin typeface="Arial"/>
              </a:defRPr>
            </a:pPr>
            <a:r>
              <a:t>Classical models currently provide the strongest production baseline on this dataset.</a:t>
            </a:r>
          </a:p>
          <a:p>
            <a:pPr>
              <a:spcAft>
                <a:spcPts val="600"/>
              </a:spcAft>
              <a:defRPr sz="1500">
                <a:solidFill>
                  <a:srgbClr val="17322D"/>
                </a:solidFill>
                <a:latin typeface="Arial"/>
              </a:defRPr>
            </a:pPr>
            <a:r>
              <a:t>The best QML result is the amplitude QSVM, which is competitive in accuracy but slower to train.</a:t>
            </a:r>
          </a:p>
          <a:p>
            <a:pPr>
              <a:spcAft>
                <a:spcPts val="600"/>
              </a:spcAft>
              <a:defRPr sz="1500">
                <a:solidFill>
                  <a:srgbClr val="17322D"/>
                </a:solidFill>
                <a:latin typeface="Arial"/>
              </a:defRPr>
            </a:pPr>
            <a:r>
              <a:t>Conclusion: QML is promising and worth researching, but it should currently be positioned as an innovation track rather than the default deployment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How this project can continue as a stronger QML research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Add true end-to-end validation on full-scene test images instead of relying only on a composite proxy score.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Improve OCR robustness for small, reflective, and partially visible labels.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Test additional quantum kernels, encodings, and compression strategies.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Continue QML experiments only where they provide measurable value over strong classical baselines.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Use the platform for deeper research rather than assuming quantum superiority in advance.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179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D7F61"/>
                </a:solidFill>
                <a:latin typeface="Arial"/>
              </a:rPr>
              <a:t>Final takeaway: this internship shows how QML can be studied responsibly in a real AI pipeline, with classical as the current production winner and hybrid QML as the key research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